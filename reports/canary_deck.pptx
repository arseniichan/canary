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972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computer reading the words in a 10-K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 known fraud filings as anomalous?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4114800"/>
            <a:ext cx="1097280" cy="457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D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pre-registered single-signal novelty study on SEC 10-K MD&amp;A text.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8006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contribution: a pre-registered null result plus a baseline that beat the proposed model.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Arsenii Chan</a:t>
            </a:r>
            <a:pPr indent="0" marL="0">
              <a:buNone/>
            </a:pPr>
            <a:r>
              <a:rPr lang="en-US" sz="14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CSC 44800 Artificial Intelligence</a:t>
            </a:r>
            <a:pPr indent="0" marL="0">
              <a:buNone/>
            </a:pPr>
            <a:r>
              <a:rPr lang="en-US" sz="14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Spring 2026 · CCNY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DRIVING QUESTION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1554480" y="137160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an unsupervised autoencoder trained on industry-and-year-matched clean 10-K MD&amp;A text assign elevated reconstruction error to known historical fraud filings, under strictly out-of-sample evaluation?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9728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one-line answer this report defends: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70916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N = 6 frauds, with strict pre-registration: no useful autoencoder signal across four of five evaluable cohorts; Enron is not evaluable under the frozen rule; the one cohort that ranks high (Lehman) is n = 1, and a 1990s TF-IDF baseline ranks it higher.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CONTRACT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contract is the contribution.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git-tagged validation-spec-frozen, committed before any validation script ran.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36576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Out-of-sample, always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971800"/>
            <a:ext cx="36576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15468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Leave-one-cohort-out. For each held-out fraud, the autoencoder is trained on clean filings from other cohorts only. The fraud and its peers are never in the training set.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377440"/>
            <a:ext cx="36576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Time-controlled training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26280" y="2971800"/>
            <a:ext cx="36576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15468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Within the LOCO training set, only filings dated on or before that fraud's filing date are eligible. The model's representation of "clean" cannot include post-fraud disclosure language.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2377440"/>
            <a:ext cx="36576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pass, no tuning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83880" y="2971800"/>
            <a:ext cx="36576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315468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Architecture, hyperparameters, sentence cap, seeds: all committed and tagged before validation ran. scripts/06_validate.py runs once. Whatever the numbers say, that is the result.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contract makes the null result interpretable, not conclusive.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38160" y="580644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5B7B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58521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tag: </a:t>
            </a:r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1A2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validation-spec-frozen</a:t>
            </a:r>
            <a:pPr indent="0" marL="0">
              <a:lnSpc>
                <a:spcPct val="130000"/>
              </a:lnSpc>
              <a:buNone/>
            </a:pP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98d2585  ·  2026-05-01 13:42:42 EDT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5 OF 6 COHORTS · ENRON EXCLUDED BY THE RULE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high-ranked outlier. Four non-positive. One excluded by design.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315200" cy="3200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Lehman (LEH, FY 2007)  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1, baseline beats AE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HealthSouth (HRC)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non-positive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Valeant (VRX)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non-positive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Tyco (TYC)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non-positive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WorldCom (WCOM)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/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non-positive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Enron (ENE, FY 2000)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evaluable under the frozen 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83880" y="1783080"/>
            <a:ext cx="3520440" cy="3200400"/>
          </a:xfrm>
          <a:prstGeom prst="rect">
            <a:avLst/>
          </a:prstGeom>
          <a:solidFill>
            <a:srgbClr val="F8F8F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366760" y="1920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hit-rates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366760" y="2240280"/>
            <a:ext cx="365760" cy="36576"/>
          </a:xfrm>
          <a:prstGeom prst="rect">
            <a:avLst/>
          </a:prstGeom>
          <a:solidFill>
            <a:srgbClr val="5B7BB0"/>
          </a:solidFill>
          <a:ln w="12700">
            <a:solidFill>
              <a:srgbClr val="5B7BB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66760" y="242316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hit@1: 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random 0.08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hit@3: 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random 0.23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hit@5: 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random 0.39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5555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 Lehman is the only rank better than random expectation, and a 1990s baseline ranks it higher (slide 5). The aggregate is entirely Lehman.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CHECK · TF-IDF + SVD32 (POST-HOC)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1990s baseline matched or beat the autoencoder on every cohort.</a:t>
            </a:r>
            <a:endParaRPr lang="en-US" sz="2400" dirty="0"/>
          </a:p>
        </p:txBody>
      </p:sp>
      <p:pic>
        <p:nvPicPr>
          <p:cNvPr id="5" name="Image 0" descr="/Users/arseniichan/Documents/Claude/Projects/CSC448/canary/reports/figures/ae_vs_tfidf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783080"/>
            <a:ext cx="941832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Lehman: AE rank 3/13, TF-IDF rank 1/13. Aggregate hit@5 is 0.40 (TF-IDF) vs 0.20 (autoencoder). Mann-Whitney p is much smaller for TF-IDF on Lehman; exact values are in the report. The pre-registered model is not the signal carrier.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I EXPECT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I expect.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83080"/>
            <a:ext cx="36576" cy="14173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check a trivial baseline?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224028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Yes. TF-IDF + truncated-SVD, same bottleneck dimension, same training corpora. It matches or beats the autoencoder on every cohort. The honest claim is that the autoencoder adds nothing here. Slide 5.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1106424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291840"/>
            <a:ext cx="36576" cy="14173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383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Enron excluded; isn't that convenient?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374904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pre-registered LOCO + time-controlled rule admits no training data for Enron because it was filed earliest. The exclusion is the rule biting back. I report Enron as a design failure, not a result.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800600"/>
            <a:ext cx="1106424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4800600"/>
            <a:ext cx="36576" cy="14173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92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4892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MiniLM have memorized 'Lehman' / 'Repo 105' / etc.?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52578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Tested post-hoc. Masked 93 such mentions with [ENTITY] and re-scored. Lehman's rank held at 3/13 (delta = 0). Exact-token name leakage did not explain the rank; topical leakage remains open.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survived: pre-registration.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failed: the autoencoder beyond the TF-IDF baseline.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CFD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result that loses to a baseline is not evidence for the neural model. The contract held; the model did not.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experiment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389120"/>
            <a:ext cx="36576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autoencoder, within-firm temporal delta. Does Lehman's MD&amp;A look anomalous against Lehman's own prior-year MD&amp;A?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canary-psi.vercel.app/scan</a:t>
            </a:r>
            <a:pPr indent="0" marL="0">
              <a:buNone/>
            </a:pPr>
            <a:r>
              <a:rPr lang="en-US" sz="12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Code:  </a:t>
            </a:r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github.com/ArseniiChan/canary</a:t>
            </a:r>
            <a:pPr indent="0" marL="0">
              <a:buNone/>
            </a:pPr>
            <a:r>
              <a:rPr lang="en-US" sz="12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Tag:  </a:t>
            </a:r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validation-spec-frozen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CSC 44800, CCNY, Spring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Canary: Pre-Registered Single-Signal Novelty Study on SEC 10-K MD&amp;A</dc:title>
  <dc:subject>PptxGenJS Presentation</dc:subject>
  <dc:creator>Arsenii Chan</dc:creator>
  <cp:lastModifiedBy>Arsenii Chan</cp:lastModifiedBy>
  <cp:revision>1</cp:revision>
  <dcterms:created xsi:type="dcterms:W3CDTF">2026-05-04T00:35:22Z</dcterms:created>
  <dcterms:modified xsi:type="dcterms:W3CDTF">2026-05-04T00:35:22Z</dcterms:modified>
</cp:coreProperties>
</file>