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801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9728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a computer reading the words in a 10-K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rank known fraud filings as anomalous?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4114800"/>
            <a:ext cx="1097280" cy="4572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297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D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pre-registered single-signal novelty study on SEC 10-K MD&amp;A text.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48006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Primary contribution: a pre-registered null result plus a baseline that beat the autoencoder.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Arsenii Chan</a:t>
            </a:r>
            <a:pPr indent="0" marL="0">
              <a:buNone/>
            </a:pPr>
            <a:r>
              <a:rPr lang="en-US" sz="1400" dirty="0">
                <a:solidFill>
                  <a:srgbClr val="C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CSC 44800 Artificial Intelligence</a:t>
            </a:r>
            <a:pPr indent="0" marL="0">
              <a:buNone/>
            </a:pPr>
            <a:r>
              <a:rPr lang="en-US" sz="1400" dirty="0">
                <a:solidFill>
                  <a:srgbClr val="C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Spring 2026 · CCNY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DRIVING QUESTION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54864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914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1554480" y="1371600"/>
            <a:ext cx="10058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i="1" dirty="0">
                <a:solidFill>
                  <a:srgbClr val="0E1A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an unsupervised autoencoder trained on industry-and-year-matched clean 10-K MD&amp;A text assign elevated reconstruction error to known historical fraud filings, under strictly out-of-sample evaluation?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109728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one-line answer this report defends: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70916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N = 6 frauds, with strict pre-registration: no useful autoencoder signal across four of five evaluable cohorts; Enron is not evaluable under the frozen rule; the one cohort that ranks high (Lehman) is n = 1, and a 1990s TF-IDF baseline ranks it higher.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 ·  Arsenii Chan  ·  CSC 44800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METHODOLOGICAL CONTRACT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54864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058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1A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contract is the contribution.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git-tagged validation-spec-frozen, committed before any validation script ran.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36576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Out-of-sample, always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68680" y="2971800"/>
            <a:ext cx="36576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154680"/>
            <a:ext cx="3200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Leave-one-cohort-out (LOCO): for each held-out fraud, the autoencoder is trained on clean filings from other cohorts only. The fraud and its peers are never in the training set.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2377440"/>
            <a:ext cx="36576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Time-controlled training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26280" y="2971800"/>
            <a:ext cx="36576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3154680"/>
            <a:ext cx="3200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Within the LOCO training set, only filings dated on or before that fraud's filing date are eligible. The autoencoder's training corpus cannot include post-fraud disclosure language. (MiniLM pretraining is a separate caveat.)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5280" y="2377440"/>
            <a:ext cx="36576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388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pass, no tuning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83880" y="2971800"/>
            <a:ext cx="36576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83880" y="3154680"/>
            <a:ext cx="3200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Architecture, hyperparameters, sentence cap, seeds: all committed and tagged before validation ran. scripts/06_validate.py runs once. No model tuning after validation.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5852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B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contract makes the null result interpretable, not conclusive.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38160" y="5806440"/>
            <a:ext cx="3657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5B7BB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5320" y="58521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8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tag: </a:t>
            </a:r>
            <a:pPr indent="0" marL="0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1A2B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validation-spec-frozen</a:t>
            </a:r>
            <a:pPr indent="0" marL="0">
              <a:lnSpc>
                <a:spcPct val="130000"/>
              </a:lnSpc>
              <a:buNone/>
            </a:pP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A8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 98d2585  ·  2026-05-01 13:42:42 EDT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 ·  Arsenii Chan  ·  CSC 44800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5 OF 6 COHORTS · ENRON EXCLUDED BY THE RULE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54864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058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A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Only Lehman ranks above random expectation; the aggregate still loses to random.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315200" cy="3200400"/>
        </p:xfrm>
        <a:graphic>
          <a:graphicData uri="http://schemas.openxmlformats.org/drawingml/2006/table">
            <a:tbl>
              <a:tblPr/>
              <a:tblGrid>
                <a:gridCol w="2560320"/>
                <a:gridCol w="109728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Lehman (LEH, FY 2007)  ⚠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1, baseline beats AE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HealthSouth (HRC)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/ 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or below random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Valeant (VRX)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/ 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or below random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Tyco (TYC)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/ 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or below random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WorldCom (WCOM)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/ 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or below random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Enron (ENE, FY 2000)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evaluable: filed earliest, no eligible training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183880" y="1783080"/>
            <a:ext cx="3520440" cy="3200400"/>
          </a:xfrm>
          <a:prstGeom prst="rect">
            <a:avLst/>
          </a:prstGeom>
          <a:solidFill>
            <a:srgbClr val="F8F8F4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366760" y="1920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hit-rates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366760" y="2240280"/>
            <a:ext cx="365760" cy="36576"/>
          </a:xfrm>
          <a:prstGeom prst="rect">
            <a:avLst/>
          </a:prstGeom>
          <a:solidFill>
            <a:srgbClr val="5B7BB0"/>
          </a:solidFill>
          <a:ln w="12700">
            <a:solidFill>
              <a:srgbClr val="5B7BB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366760" y="2423160"/>
            <a:ext cx="3200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hit@1: </a:t>
            </a:r>
            <a:pPr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vs random 0.08
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hit@3: </a:t>
            </a:r>
            <a:pPr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vs random 0.23
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hit@5: </a:t>
            </a:r>
            <a:pPr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vs random 0.39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5555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 Lehman is the only rank better than random expectation, and a 1990s baseline ranks it higher (slide 5). The aggregate is entirely Lehman.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 ·  Arsenii Chan  ·  CSC 44800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BASELINE CHECK · TF-IDF + SVD32 (POST-HOC)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54864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05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A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1990s baseline matched or beat the autoencoder on every cohort.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Post-hoc: tests whether the autoencoder earned its complexity, does not rescue the primary result.</a:t>
            </a:r>
            <a:endParaRPr lang="en-US" sz="1200" dirty="0"/>
          </a:p>
        </p:txBody>
      </p:sp>
      <p:pic>
        <p:nvPicPr>
          <p:cNvPr id="6" name="Image 0" descr="/Users/arseniichan/Documents/Claude/Projects/CSC448/canary/reports/figures/ae_vs_tfidf_ra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965960"/>
            <a:ext cx="941832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715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Lehman: AE rank 3/13, TF-IDF rank 1/13. Aggregate hit@5 is 0.40 (TF-IDF) vs 0.20 (autoencoder). Mann-Whitney p is much smaller for TF-IDF on Lehman; exact values are in the report. The pre-registered model does not beat the trivial baseline.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 ·  Arsenii Chan  ·  CSC 44800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I EXPECT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40080" y="868680"/>
            <a:ext cx="54864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188720"/>
            <a:ext cx="110642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188720"/>
            <a:ext cx="36576" cy="155448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2801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280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check a trivial baseline?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1645920"/>
            <a:ext cx="10241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Yes. TF-IDF + truncated-SVD, same bottleneck dimension, same training corpora. It matches or beats the autoencoder on every cohort. The honest claim is that the autoencoder adds nothing here. Slide 5.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834640"/>
            <a:ext cx="110642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834640"/>
            <a:ext cx="36576" cy="155448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9260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80160" y="2926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baseline is post-hoc. Isn't that HARKing (hypothesizing after results)?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3291840"/>
            <a:ext cx="10241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pre-registered hypothesis was about the autoencoder, and the autoencoder result is reported unchanged. The TF-IDF baseline was added after seeing the null and is reported as post-hoc. The primary null does not depend on it.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480560"/>
            <a:ext cx="110642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4480560"/>
            <a:ext cx="36576" cy="155448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572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80160" y="4572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MiniLM have memorized 'Lehman' / 'Repo 105' / etc.?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80160" y="4937760"/>
            <a:ext cx="10241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Tested post-hoc. Masked 93 such mentions with [ENTITY] and re-scored. Lehman's rank held at 3/13 (delta = 0). Exact-token name leakage did not explain the rank; topical leakage remains open.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 ·  Arsenii Chan  ·  CSC 44800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914400"/>
            <a:ext cx="54864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survived: pre-registration.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failed: the autoencoder beyond the TF-IDF baseline.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i="1" dirty="0">
                <a:solidFill>
                  <a:srgbClr val="CFD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result that loses to a baseline is not evidence for the neural model. The contract held; the model did not.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023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experiment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4389120"/>
            <a:ext cx="365760" cy="36576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5720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autoencoder, within-firm temporal delta. Does Lehman's MD&amp;A look anomalous against Lehman's own prior-year MD&amp;A?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demo (not a fraud scanner):  </a:t>
            </a:r>
            <a:pPr indent="0" marL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canary-psi.vercel.app/scan</a:t>
            </a:r>
            <a:pPr indent="0" marL="0">
              <a:buNone/>
            </a:pPr>
            <a:r>
              <a:rPr lang="en-US" sz="1200" dirty="0">
                <a:solidFill>
                  <a:srgbClr val="C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Code:  </a:t>
            </a:r>
            <a:pPr indent="0" marL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github.com/ArseniiChan/canary</a:t>
            </a:r>
            <a:pPr indent="0" marL="0">
              <a:buNone/>
            </a:pPr>
            <a:r>
              <a:rPr lang="en-US" sz="1200" dirty="0">
                <a:solidFill>
                  <a:srgbClr val="CF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Tag:  </a:t>
            </a:r>
            <a:pPr indent="0" marL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validation-spec-frozen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CSC 44800, CCNY, Spring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Canary: Pre-Registered Single-Signal Novelty Study on SEC 10-K MD&amp;A</dc:title>
  <dc:subject>PptxGenJS Presentation</dc:subject>
  <dc:creator>Arsenii Chan</dc:creator>
  <cp:lastModifiedBy>Arsenii Chan</cp:lastModifiedBy>
  <cp:revision>1</cp:revision>
  <dcterms:created xsi:type="dcterms:W3CDTF">2026-05-04T01:01:00Z</dcterms:created>
  <dcterms:modified xsi:type="dcterms:W3CDTF">2026-05-04T01:01:00Z</dcterms:modified>
</cp:coreProperties>
</file>